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8d75c91c1424922" /><Relationship Type="http://schemas.openxmlformats.org/officeDocument/2006/relationships/extended-properties" Target="/docProps/app.xml" Id="Rb46a03a7ef334cb8" /><Relationship Type="http://schemas.openxmlformats.org/officeDocument/2006/relationships/officeDocument" Target="/ppt/presentation.xml" Id="R2c3f5f02a84141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c1a4f22b14f4182"/>
  </p:sldMasterIdLst>
  <p:notesMasterIdLst>
    <p:notesMasterId xmlns:r="http://schemas.openxmlformats.org/officeDocument/2006/relationships" r:id="Rf24144150cdf463f"/>
  </p:notesMasterIdLst>
  <p:sldIdLst>
    <p:sldId xmlns:r="http://schemas.openxmlformats.org/officeDocument/2006/relationships" id="256" r:id="Rda5ff2a782104e40"/>
  </p:sldIdLst>
  <p:sldSz cx="22707600" cy="320992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2f725897644408d" /><Relationship Type="http://schemas.openxmlformats.org/officeDocument/2006/relationships/slideMaster" Target="/ppt/slideMasters/slideMaster1.xml" Id="R0c1a4f22b14f4182" /><Relationship Type="http://schemas.openxmlformats.org/officeDocument/2006/relationships/notesMaster" Target="/ppt/notesMasters/notesMaster1.xml" Id="Rf24144150cdf463f" /><Relationship Type="http://schemas.openxmlformats.org/officeDocument/2006/relationships/presProps" Target="/ppt/presProps.xml" Id="Rcb992b4fdc5a4aae" /><Relationship Type="http://schemas.openxmlformats.org/officeDocument/2006/relationships/tableStyles" Target="/ppt/tableStyles.xml" Id="Rb057e813958042ce" /><Relationship Type="http://schemas.openxmlformats.org/officeDocument/2006/relationships/slide" Target="/ppt/slides/slide1.xml" Id="Rda5ff2a782104e4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7257eb55d6b41b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45d145982d5419f" /><Relationship Type="http://schemas.openxmlformats.org/officeDocument/2006/relationships/notesMaster" Target="/ppt/notesMasters/notesMaster1.xml" Id="Rb45c8cd1b5cf4fb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827f79033f403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ebc346a7963446e" /><Relationship Type="http://schemas.openxmlformats.org/officeDocument/2006/relationships/slideLayout" Target="/ppt/slideLayouts/slideLayout1.xml" Id="R43ab8f61336e4e0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3ab8f61336e4e0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a5b2208d694d5f" /><Relationship Type="http://schemas.openxmlformats.org/officeDocument/2006/relationships/image" Target="/ppt/media/image.png" Id="R1d57eb9e57624271" /><Relationship Type="http://schemas.openxmlformats.org/officeDocument/2006/relationships/notesSlide" Target="/ppt/notesSlides/notesSlide1.xml" Id="Rcba4d84ed1a7473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57eb9e57624271"/>
          <a:stretch xmlns:a="http://schemas.openxmlformats.org/drawingml/2006/main"/>
        </p:blipFill>
        <p:spPr>
          <a:xfrm xmlns:a="http://schemas.openxmlformats.org/drawingml/2006/main">
            <a:off x="0" y="0"/>
            <a:ext cx="22707600" cy="32099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1730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2026-07-27T04:48:25.6110000Z</dcterms:created>
  <dcterms:modified xsi:type="dcterms:W3CDTF">2026-07-27T04:48:25.6110000Z</dcterms:modified>
</coreProperties>
</file>