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be6e6f5c884d5a" /><Relationship Type="http://schemas.openxmlformats.org/officeDocument/2006/relationships/extended-properties" Target="/docProps/app.xml" Id="Rb0bc5219ff164669" /><Relationship Type="http://schemas.openxmlformats.org/officeDocument/2006/relationships/officeDocument" Target="/ppt/presentation.xml" Id="R14c4109bd8fa4f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dcc48fa6e4460b"/>
  </p:sldMasterIdLst>
  <p:notesMasterIdLst>
    <p:notesMasterId xmlns:r="http://schemas.openxmlformats.org/officeDocument/2006/relationships" r:id="Raf60c465e34e4172"/>
  </p:notesMasterIdLst>
  <p:sldIdLst>
    <p:sldId xmlns:r="http://schemas.openxmlformats.org/officeDocument/2006/relationships" id="256" r:id="Re74c62af1cbc42be"/>
  </p:sldIdLst>
  <p:sldSz cx="22707600" cy="32099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1b95a0488449fd" /><Relationship Type="http://schemas.openxmlformats.org/officeDocument/2006/relationships/slideMaster" Target="/ppt/slideMasters/slideMaster1.xml" Id="R8ddcc48fa6e4460b" /><Relationship Type="http://schemas.openxmlformats.org/officeDocument/2006/relationships/notesMaster" Target="/ppt/notesMasters/notesMaster1.xml" Id="Raf60c465e34e4172" /><Relationship Type="http://schemas.openxmlformats.org/officeDocument/2006/relationships/presProps" Target="/ppt/presProps.xml" Id="Reefe6c7adecf4cf9" /><Relationship Type="http://schemas.openxmlformats.org/officeDocument/2006/relationships/tableStyles" Target="/ppt/tableStyles.xml" Id="R8bf365e028b945fd" /><Relationship Type="http://schemas.openxmlformats.org/officeDocument/2006/relationships/slide" Target="/ppt/slides/slide1.xml" Id="Re74c62af1cbc42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033125a47b44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3973b7f07840e7" /><Relationship Type="http://schemas.openxmlformats.org/officeDocument/2006/relationships/notesMaster" Target="/ppt/notesMasters/notesMaster1.xml" Id="Rdb14c10f1dce41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244600fef45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e4bdfd7fb44ef9" /><Relationship Type="http://schemas.openxmlformats.org/officeDocument/2006/relationships/slideLayout" Target="/ppt/slideLayouts/slideLayout1.xml" Id="R36b031d519084c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b031d519084c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3d0eb2aec49ca" /><Relationship Type="http://schemas.openxmlformats.org/officeDocument/2006/relationships/image" Target="/ppt/media/image.png" Id="Rec6572d0aeea4855" /><Relationship Type="http://schemas.openxmlformats.org/officeDocument/2006/relationships/notesSlide" Target="/ppt/notesSlides/notesSlide1.xml" Id="R5b27a79348034c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572d0aeea4855"/>
          <a:stretch xmlns:a="http://schemas.openxmlformats.org/drawingml/2006/main"/>
        </p:blipFill>
        <p:spPr>
          <a:xfrm xmlns:a="http://schemas.openxmlformats.org/drawingml/2006/main">
            <a:off x="18571" y="0"/>
            <a:ext cx="22670459" cy="3209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22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2026-08-13T00:31:41.1710000Z</dcterms:created>
  <dcterms:modified xsi:type="dcterms:W3CDTF">2026-08-13T00:31:41.1710000Z</dcterms:modified>
</coreProperties>
</file>